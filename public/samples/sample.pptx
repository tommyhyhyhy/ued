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Học liệu minh họa UEDocs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Tài liệu được tạo riêng để trải nghiệm xem trước và tải xuống.</a:t>
            </a:r>
          </a:p>
          <a:p>
            <a:r>
              <a:t>Đây không phải giáo trình hoặc đề thi chính thức của UED.</a:t>
            </a:r>
          </a:p>
          <a:p>
            <a:r>
              <a:t>Học liệu được sẻ chia, tri thức được lan tỏa.</a:t>
            </a:r>
          </a:p>
          <a:p>
            <a:r>
              <a:t>01  Đọc có mục tiêu</a:t>
            </a:r>
          </a:p>
          <a:p>
            <a:r>
              <a:t>Trước khi bắt đầu, hãy viết ra điều bạn muốn hiểu.</a:t>
            </a:r>
          </a:p>
          <a:p>
            <a:r>
              <a:t>Tóm tắt mỗi phần bằng ngôn ngữ của chính mình.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Từ kiến thức đến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02  Tự kiểm tra để ghi nhớ</a:t>
            </a:r>
          </a:p>
          <a:p>
            <a:r>
              <a:t>Đóng tài liệu và thử giải thích khái niệm vừa học.</a:t>
            </a:r>
          </a:p>
          <a:p>
            <a:r>
              <a:t>Dùng ví dụ gần gũi để liên hệ kiến thức với thực tế.</a:t>
            </a:r>
          </a:p>
          <a:p>
            <a:r>
              <a:t>03  Một lịch học vừa sức</a:t>
            </a:r>
          </a:p>
          <a:p>
            <a:r>
              <a:t>Chia nội dung thành những phần nhỏ, có thời gian nghỉ.</a:t>
            </a:r>
          </a:p>
          <a:p>
            <a:r>
              <a:t>Ôn lại sau một ngày, một tuần và một tháng.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Sẻ chia có trách nhiệm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04  Ghi nguồn rõ ràng</a:t>
            </a:r>
          </a:p>
          <a:p>
            <a:r>
              <a:t>Chỉ đăng nội dung do bạn tạo hoặc có quyền chia sẻ.</a:t>
            </a:r>
          </a:p>
          <a:p>
            <a:r>
              <a:t>Không đưa dữ liệu cá nhân vào học liệu công khai.</a:t>
            </a:r>
          </a:p>
          <a:p>
            <a:r>
              <a:t>05  Cùng nhau học tốt hơn</a:t>
            </a:r>
          </a:p>
          <a:p>
            <a:r>
              <a:t>Để lại câu hỏi cụ thể và phản hồi với sự tôn trọng.</a:t>
            </a:r>
          </a:p>
          <a:p>
            <a:r>
              <a:t>Cảm ơn bạn đã góp phần xây dựng cộng đồng UEDocs.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